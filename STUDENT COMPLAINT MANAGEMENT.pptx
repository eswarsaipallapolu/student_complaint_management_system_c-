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90" r:id="rId13"/>
    <p:sldId id="291" r:id="rId14"/>
    <p:sldId id="289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3930" y="1673524"/>
            <a:ext cx="4100418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STUDENT COMPLAINT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441371"/>
            <a:ext cx="3492400" cy="743106"/>
          </a:xfrm>
        </p:spPr>
        <p:txBody>
          <a:bodyPr>
            <a:normAutofit fontScale="92500"/>
          </a:bodyPr>
          <a:lstStyle/>
          <a:p>
            <a:pPr algn="l"/>
            <a:r>
              <a:rPr lang="en-US" sz="2300" dirty="0">
                <a:solidFill>
                  <a:srgbClr val="5792BA"/>
                </a:solidFill>
              </a:rPr>
              <a:t>Where the Problem Ends…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113C-3B6E-34B4-86EB-A85F5649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77A1E-EEA4-FFFA-BD4D-746FC2035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Complaint Management System (SCMS) is a WPF-based application that allows students to submit complaints and enables administrators to track and resolve them. The project is built using the MVVM (Model-View-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ViewModel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architecture to ensure modularity and maintainability.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1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563B-2EC2-B443-9606-03D04EA4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5F20A-2812-ADFC-D481-7BBEAEDB0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8650" indent="-285750">
              <a:lnSpc>
                <a:spcPct val="107000"/>
              </a:lnSpc>
              <a:spcAft>
                <a:spcPts val="800"/>
              </a:spcAft>
            </a:pPr>
            <a:r>
              <a:rPr lang="en-IN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Target Users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Students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Can submit complaints, track complaint statuses, and receive updates.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Administrators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Can review, update, and resolve complaints efficiently.</a:t>
            </a:r>
            <a:endParaRPr lang="en-IN" sz="1800" b="1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285750">
              <a:lnSpc>
                <a:spcPct val="107000"/>
              </a:lnSpc>
              <a:spcAft>
                <a:spcPts val="800"/>
              </a:spcAft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Features</a:t>
            </a: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Submit Complaints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Students can file complaints with details like category, description, and 		priority.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	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 Complaint Status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Students can track the progress of their complaints.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	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Edit or Delete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Before resolution, students can modify or remove their  complaints.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77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E622-2B88-281C-7D8E-3E9E280E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8F86-E3E7-513E-770D-9D69F629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800" b="1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Administrator Features</a:t>
            </a:r>
            <a:endParaRPr lang="en-IN" sz="1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 Complaints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Admins can filter complaints by status, date, or category.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 Complaint Status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Admins can mark complaints as "Pending," "In Progress," or "Resolved."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Assign Complaints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Complaints can be assigned to responsible personnel for resolution.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2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444A-4CE2-31AC-99E6-19AA85E4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MVVM Architecture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4704D-6E4D-0B37-6067-A22F5CEF3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endParaRPr lang="en-IN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(M)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Represents the `Complaint` and `User` classes, handling data storage and logic.</a:t>
            </a:r>
          </a:p>
          <a:p>
            <a:pPr marL="36900" indent="0">
              <a:buNone/>
            </a:pPr>
            <a:b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ViewModel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(VM)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Connects data and UI, manages user interactions, and handles commands.</a:t>
            </a:r>
          </a:p>
          <a:p>
            <a:pPr marL="36900" indent="0">
              <a:buNone/>
            </a:pPr>
            <a:b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 (V)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Provides UI components, including buttons, text boxes, and data grids, using WPF XAML.</a:t>
            </a:r>
            <a:b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61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0D44-0353-34C8-7FFC-6B1688B5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MVVM Architecture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9DCE-1085-BDAB-E7E1-71392D024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899"/>
            <a:ext cx="10353762" cy="4734867"/>
          </a:xfrm>
        </p:spPr>
        <p:txBody>
          <a:bodyPr>
            <a:normAutofit fontScale="77500" lnSpcReduction="20000"/>
          </a:bodyPr>
          <a:lstStyle/>
          <a:p>
            <a:pPr marL="36900" indent="0">
              <a:buNone/>
            </a:pPr>
            <a:r>
              <a:rPr lang="en-IN" b="1" dirty="0"/>
              <a:t>Model</a:t>
            </a:r>
            <a:r>
              <a:rPr lang="en-IN" dirty="0"/>
              <a:t>: </a:t>
            </a:r>
          </a:p>
          <a:p>
            <a:r>
              <a:rPr lang="en-IN" dirty="0" err="1"/>
              <a:t>Complaint.cs</a:t>
            </a:r>
            <a:r>
              <a:rPr lang="en-IN" dirty="0"/>
              <a:t>: Complaint data (ID, </a:t>
            </a:r>
            <a:r>
              <a:rPr lang="en-IN" dirty="0" err="1"/>
              <a:t>StudentId</a:t>
            </a:r>
            <a:r>
              <a:rPr lang="en-IN" dirty="0"/>
              <a:t>, Category, etc.).</a:t>
            </a:r>
          </a:p>
          <a:p>
            <a:r>
              <a:rPr lang="en-IN" dirty="0" err="1"/>
              <a:t>UserRole.cs</a:t>
            </a:r>
            <a:r>
              <a:rPr lang="en-IN" dirty="0"/>
              <a:t>: Enum for roles (None, Student, Admin).</a:t>
            </a:r>
          </a:p>
          <a:p>
            <a:pPr marL="36900" indent="0">
              <a:buNone/>
            </a:pPr>
            <a:r>
              <a:rPr lang="en-US" b="1" dirty="0"/>
              <a:t>View</a:t>
            </a:r>
            <a:r>
              <a:rPr lang="en-US" dirty="0"/>
              <a:t>: </a:t>
            </a:r>
          </a:p>
          <a:p>
            <a:r>
              <a:rPr lang="en-US" dirty="0" err="1"/>
              <a:t>HomeView.xaml</a:t>
            </a:r>
            <a:r>
              <a:rPr lang="en-US" dirty="0"/>
              <a:t>: Role selection and login.</a:t>
            </a:r>
          </a:p>
          <a:p>
            <a:r>
              <a:rPr lang="en-US" dirty="0" err="1"/>
              <a:t>ComplaintView.xaml</a:t>
            </a:r>
            <a:r>
              <a:rPr lang="en-US" dirty="0"/>
              <a:t>: Complaint management UI.</a:t>
            </a:r>
          </a:p>
          <a:p>
            <a:pPr marL="36900" indent="0">
              <a:buNone/>
            </a:pPr>
            <a:r>
              <a:rPr lang="en-US" b="1" dirty="0" err="1"/>
              <a:t>ViewModel</a:t>
            </a:r>
            <a:r>
              <a:rPr lang="en-US" dirty="0"/>
              <a:t>: </a:t>
            </a:r>
          </a:p>
          <a:p>
            <a:r>
              <a:rPr lang="en-US" dirty="0" err="1"/>
              <a:t>HomeViewModel.cs</a:t>
            </a:r>
            <a:r>
              <a:rPr lang="en-US" dirty="0"/>
              <a:t>: Role selection and login logic.</a:t>
            </a:r>
          </a:p>
          <a:p>
            <a:r>
              <a:rPr lang="en-US" dirty="0" err="1"/>
              <a:t>ComplaintViewModel.cs</a:t>
            </a:r>
            <a:r>
              <a:rPr lang="en-US" dirty="0"/>
              <a:t>: Complaint operations and theme toggle.</a:t>
            </a:r>
          </a:p>
          <a:p>
            <a:pPr marL="36900" indent="0">
              <a:buNone/>
            </a:pPr>
            <a:r>
              <a:rPr lang="en-IN" b="1" dirty="0"/>
              <a:t>Services</a:t>
            </a:r>
            <a:r>
              <a:rPr lang="en-IN" dirty="0"/>
              <a:t>: </a:t>
            </a:r>
          </a:p>
          <a:p>
            <a:r>
              <a:rPr lang="en-IN" dirty="0" err="1"/>
              <a:t>AuthService.cs</a:t>
            </a:r>
            <a:r>
              <a:rPr lang="en-IN" dirty="0"/>
              <a:t>: Hardcoded authentication.</a:t>
            </a:r>
          </a:p>
          <a:p>
            <a:r>
              <a:rPr lang="en-IN" dirty="0" err="1"/>
              <a:t>DataService.cs</a:t>
            </a:r>
            <a:r>
              <a:rPr lang="en-IN" dirty="0"/>
              <a:t>: JSON storage</a:t>
            </a:r>
          </a:p>
          <a:p>
            <a:endParaRPr lang="en-US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494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DDBA-393A-92FB-15C3-262452EB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C392B-8DDA-11D0-37B5-F67D60DC5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394688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en-IN" b="1" dirty="0"/>
              <a:t>Folders/Files</a:t>
            </a:r>
            <a:r>
              <a:rPr lang="en-IN" dirty="0"/>
              <a:t>: </a:t>
            </a:r>
          </a:p>
          <a:p>
            <a:pPr marL="36900" indent="0">
              <a:buNone/>
            </a:pPr>
            <a:r>
              <a:rPr lang="en-IN" dirty="0"/>
              <a:t>Models/		: </a:t>
            </a:r>
            <a:r>
              <a:rPr lang="en-IN" dirty="0" err="1"/>
              <a:t>Complaint.cs</a:t>
            </a:r>
            <a:r>
              <a:rPr lang="en-IN" dirty="0"/>
              <a:t>, </a:t>
            </a:r>
            <a:r>
              <a:rPr lang="en-IN" dirty="0" err="1"/>
              <a:t>UserRole.cs</a:t>
            </a:r>
            <a:endParaRPr lang="en-IN" dirty="0"/>
          </a:p>
          <a:p>
            <a:pPr marL="36900" indent="0">
              <a:buNone/>
            </a:pPr>
            <a:r>
              <a:rPr lang="en-IN" dirty="0"/>
              <a:t>Services/		: </a:t>
            </a:r>
            <a:r>
              <a:rPr lang="en-IN" dirty="0" err="1"/>
              <a:t>AuthService.cs</a:t>
            </a:r>
            <a:r>
              <a:rPr lang="en-IN" dirty="0"/>
              <a:t>, </a:t>
            </a:r>
            <a:r>
              <a:rPr lang="en-IN" dirty="0" err="1"/>
              <a:t>DataService.cs</a:t>
            </a:r>
            <a:endParaRPr lang="en-IN" dirty="0"/>
          </a:p>
          <a:p>
            <a:pPr marL="36900" indent="0">
              <a:buNone/>
            </a:pPr>
            <a:r>
              <a:rPr lang="en-IN" dirty="0" err="1"/>
              <a:t>ViewModels</a:t>
            </a:r>
            <a:r>
              <a:rPr lang="en-IN" dirty="0"/>
              <a:t>/	: </a:t>
            </a:r>
            <a:r>
              <a:rPr lang="en-IN" dirty="0" err="1"/>
              <a:t>HomeViewModel.cs</a:t>
            </a:r>
            <a:r>
              <a:rPr lang="en-IN" dirty="0"/>
              <a:t>, </a:t>
            </a:r>
            <a:r>
              <a:rPr lang="en-IN" dirty="0" err="1"/>
              <a:t>ComplaintViewModel.cs</a:t>
            </a:r>
            <a:r>
              <a:rPr lang="en-IN" dirty="0"/>
              <a:t>, </a:t>
            </a:r>
            <a:r>
              <a:rPr lang="en-IN" dirty="0" err="1"/>
              <a:t>SortCriteria.cs</a:t>
            </a:r>
            <a:r>
              <a:rPr lang="en-IN" dirty="0"/>
              <a:t>, 						  </a:t>
            </a:r>
            <a:r>
              <a:rPr lang="en-IN" dirty="0" err="1"/>
              <a:t>RelayCommand.cs</a:t>
            </a:r>
            <a:endParaRPr lang="en-IN" dirty="0"/>
          </a:p>
          <a:p>
            <a:pPr marL="36900" indent="0">
              <a:buNone/>
            </a:pPr>
            <a:r>
              <a:rPr lang="en-IN" dirty="0"/>
              <a:t>Views/			: </a:t>
            </a:r>
            <a:r>
              <a:rPr lang="en-IN" dirty="0" err="1"/>
              <a:t>HomeView.xaml</a:t>
            </a:r>
            <a:r>
              <a:rPr lang="en-IN" dirty="0"/>
              <a:t>, </a:t>
            </a:r>
            <a:r>
              <a:rPr lang="en-IN" dirty="0" err="1"/>
              <a:t>ComplaintView.xaml</a:t>
            </a:r>
            <a:r>
              <a:rPr lang="en-IN" dirty="0"/>
              <a:t>, </a:t>
            </a:r>
            <a:r>
              <a:rPr lang="en-IN" dirty="0" err="1"/>
              <a:t>ComboBoxItemConverter.cs</a:t>
            </a:r>
            <a:endParaRPr lang="en-IN" dirty="0"/>
          </a:p>
          <a:p>
            <a:pPr marL="36900" indent="0">
              <a:buNone/>
            </a:pPr>
            <a:r>
              <a:rPr lang="en-IN" dirty="0"/>
              <a:t>Converters/	: </a:t>
            </a:r>
            <a:r>
              <a:rPr lang="en-IN" dirty="0" err="1"/>
              <a:t>InverseBooleanToVisibilityConverter.cs</a:t>
            </a:r>
            <a:endParaRPr lang="en-IN" dirty="0"/>
          </a:p>
          <a:p>
            <a:pPr marL="36900" indent="0">
              <a:buNone/>
            </a:pPr>
            <a:r>
              <a:rPr lang="en-IN" dirty="0"/>
              <a:t>Root			: </a:t>
            </a:r>
            <a:r>
              <a:rPr lang="en-IN" dirty="0" err="1"/>
              <a:t>App.xaml</a:t>
            </a:r>
            <a:r>
              <a:rPr lang="en-IN" dirty="0"/>
              <a:t>, </a:t>
            </a:r>
            <a:r>
              <a:rPr lang="en-IN" dirty="0" err="1"/>
              <a:t>MainWindow.xaml.cs</a:t>
            </a:r>
            <a:r>
              <a:rPr lang="en-IN" dirty="0"/>
              <a:t>, </a:t>
            </a:r>
            <a:r>
              <a:rPr lang="en-IN" dirty="0" err="1"/>
              <a:t>ThemeManager.cs</a:t>
            </a:r>
            <a:endParaRPr lang="en-IN" dirty="0"/>
          </a:p>
          <a:p>
            <a:pPr marL="36900" indent="0">
              <a:buNone/>
            </a:pPr>
            <a:r>
              <a:rPr lang="en-US" b="1" dirty="0"/>
              <a:t>Dependencies</a:t>
            </a:r>
            <a:r>
              <a:rPr lang="en-US" dirty="0"/>
              <a:t>: </a:t>
            </a:r>
            <a:r>
              <a:rPr lang="en-US" dirty="0" err="1"/>
              <a:t>Newtonsoft.Json</a:t>
            </a:r>
            <a:r>
              <a:rPr lang="en-US" dirty="0"/>
              <a:t> for JSON serialization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72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4990-AAFA-3483-B82F-FBC6F8F9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Authentication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FD97-6C34-DF92-59E6-1B1E52DD3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36900" indent="0">
              <a:buNone/>
            </a:pPr>
            <a:r>
              <a:rPr lang="en-IN" dirty="0"/>
              <a:t>public (bool </a:t>
            </a:r>
            <a:r>
              <a:rPr lang="en-IN" dirty="0" err="1"/>
              <a:t>IsAuthenticated</a:t>
            </a:r>
            <a:r>
              <a:rPr lang="en-IN" dirty="0"/>
              <a:t>, </a:t>
            </a:r>
            <a:r>
              <a:rPr lang="en-IN" dirty="0" err="1"/>
              <a:t>UserRole</a:t>
            </a:r>
            <a:r>
              <a:rPr lang="en-IN" dirty="0"/>
              <a:t> Role) Authenticate(string id, string password, </a:t>
            </a:r>
            <a:r>
              <a:rPr lang="en-IN" dirty="0" err="1"/>
              <a:t>UserRole</a:t>
            </a:r>
            <a:r>
              <a:rPr lang="en-IN" dirty="0"/>
              <a:t> role)</a:t>
            </a:r>
          </a:p>
          <a:p>
            <a:pPr marL="36900" indent="0">
              <a:buNone/>
            </a:pPr>
            <a:r>
              <a:rPr lang="en-IN" dirty="0"/>
              <a:t>{</a:t>
            </a:r>
          </a:p>
          <a:p>
            <a:pPr marL="36900" indent="0">
              <a:buNone/>
            </a:pPr>
            <a:r>
              <a:rPr lang="en-IN" dirty="0"/>
              <a:t>    if (role == </a:t>
            </a:r>
            <a:r>
              <a:rPr lang="en-IN" dirty="0" err="1"/>
              <a:t>UserRole.Student</a:t>
            </a:r>
            <a:r>
              <a:rPr lang="en-IN" dirty="0"/>
              <a:t> &amp;&amp; id == "student1" &amp;&amp; password == "pass123")</a:t>
            </a:r>
          </a:p>
          <a:p>
            <a:pPr marL="36900" indent="0">
              <a:buNone/>
            </a:pPr>
            <a:r>
              <a:rPr lang="en-IN" dirty="0"/>
              <a:t>    {</a:t>
            </a:r>
          </a:p>
          <a:p>
            <a:pPr marL="36900" indent="0">
              <a:buNone/>
            </a:pPr>
            <a:r>
              <a:rPr lang="en-IN" dirty="0"/>
              <a:t>        return (true, </a:t>
            </a:r>
            <a:r>
              <a:rPr lang="en-IN" dirty="0" err="1"/>
              <a:t>UserRole.Student</a:t>
            </a:r>
            <a:r>
              <a:rPr lang="en-IN" dirty="0"/>
              <a:t>);</a:t>
            </a:r>
          </a:p>
          <a:p>
            <a:pPr marL="36900" indent="0">
              <a:buNone/>
            </a:pPr>
            <a:r>
              <a:rPr lang="en-IN" dirty="0"/>
              <a:t>    }</a:t>
            </a:r>
          </a:p>
          <a:p>
            <a:pPr marL="36900" indent="0">
              <a:buNone/>
            </a:pPr>
            <a:r>
              <a:rPr lang="en-IN" dirty="0"/>
              <a:t>    else if (role == </a:t>
            </a:r>
            <a:r>
              <a:rPr lang="en-IN" dirty="0" err="1"/>
              <a:t>UserRole.Admin</a:t>
            </a:r>
            <a:r>
              <a:rPr lang="en-IN" dirty="0"/>
              <a:t> &amp;&amp; id == "admin1" &amp;&amp; password == "admin123")</a:t>
            </a:r>
          </a:p>
          <a:p>
            <a:pPr marL="36900" indent="0">
              <a:buNone/>
            </a:pPr>
            <a:r>
              <a:rPr lang="en-IN" dirty="0"/>
              <a:t>    {</a:t>
            </a:r>
          </a:p>
          <a:p>
            <a:pPr marL="36900" indent="0">
              <a:buNone/>
            </a:pPr>
            <a:r>
              <a:rPr lang="en-IN" dirty="0"/>
              <a:t>        return (true, </a:t>
            </a:r>
            <a:r>
              <a:rPr lang="en-IN" dirty="0" err="1"/>
              <a:t>UserRole.Admin</a:t>
            </a:r>
            <a:r>
              <a:rPr lang="en-IN" dirty="0"/>
              <a:t>);</a:t>
            </a:r>
          </a:p>
          <a:p>
            <a:pPr marL="36900" indent="0">
              <a:buNone/>
            </a:pPr>
            <a:r>
              <a:rPr lang="en-IN" dirty="0"/>
              <a:t>    }</a:t>
            </a:r>
          </a:p>
          <a:p>
            <a:pPr marL="36900" indent="0">
              <a:buNone/>
            </a:pPr>
            <a:r>
              <a:rPr lang="en-IN" dirty="0"/>
              <a:t>    return (false, </a:t>
            </a:r>
            <a:r>
              <a:rPr lang="en-IN" dirty="0" err="1"/>
              <a:t>UserRole.None</a:t>
            </a:r>
            <a:r>
              <a:rPr lang="en-IN" dirty="0"/>
              <a:t>);</a:t>
            </a:r>
          </a:p>
          <a:p>
            <a:pPr marL="36900" indent="0">
              <a:buNone/>
            </a:pPr>
            <a:r>
              <a:rPr lang="en-IN" dirty="0"/>
              <a:t>}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US" b="1" dirty="0"/>
              <a:t>Usage</a:t>
            </a:r>
            <a:r>
              <a:rPr lang="en-US" dirty="0"/>
              <a:t>: Called in </a:t>
            </a:r>
            <a:r>
              <a:rPr lang="en-US" dirty="0" err="1"/>
              <a:t>HomeViewModel.cs</a:t>
            </a:r>
            <a:r>
              <a:rPr lang="en-US" dirty="0"/>
              <a:t> to authenticate users based on role selection.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87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CA89-0A72-81C7-42C2-1ED41E08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Storage (JSON)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BE40B-C143-8048-87F2-449A7D52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DataService.cs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Stores complaints in </a:t>
            </a:r>
            <a:r>
              <a:rPr lang="en-US" dirty="0" err="1"/>
              <a:t>complaints.json</a:t>
            </a:r>
            <a:r>
              <a:rPr lang="en-US" dirty="0"/>
              <a:t>.</a:t>
            </a:r>
          </a:p>
          <a:p>
            <a:pPr marL="36900" indent="0">
              <a:buNone/>
            </a:pPr>
            <a:br>
              <a:rPr lang="en-IN" dirty="0"/>
            </a:br>
            <a:r>
              <a:rPr lang="en-IN" dirty="0"/>
              <a:t>public void </a:t>
            </a:r>
            <a:r>
              <a:rPr lang="en-IN" dirty="0" err="1"/>
              <a:t>AddComplaint</a:t>
            </a:r>
            <a:r>
              <a:rPr lang="en-IN" dirty="0"/>
              <a:t>(Complaint complaint)</a:t>
            </a:r>
          </a:p>
          <a:p>
            <a:pPr marL="36900" indent="0">
              <a:buNone/>
            </a:pPr>
            <a:r>
              <a:rPr lang="en-IN" dirty="0"/>
              <a:t>{</a:t>
            </a:r>
          </a:p>
          <a:p>
            <a:pPr marL="36900" indent="0">
              <a:buNone/>
            </a:pPr>
            <a:r>
              <a:rPr lang="en-IN" dirty="0"/>
              <a:t>    var complaints = </a:t>
            </a:r>
            <a:r>
              <a:rPr lang="en-IN" dirty="0" err="1"/>
              <a:t>LoadComplaints</a:t>
            </a:r>
            <a:r>
              <a:rPr lang="en-IN" dirty="0"/>
              <a:t>();</a:t>
            </a:r>
          </a:p>
          <a:p>
            <a:pPr marL="36900" indent="0">
              <a:buNone/>
            </a:pPr>
            <a:r>
              <a:rPr lang="en-IN" dirty="0"/>
              <a:t>    </a:t>
            </a:r>
            <a:r>
              <a:rPr lang="en-IN" dirty="0" err="1"/>
              <a:t>complaint.Id</a:t>
            </a:r>
            <a:r>
              <a:rPr lang="en-IN" dirty="0"/>
              <a:t> = </a:t>
            </a:r>
            <a:r>
              <a:rPr lang="en-IN" dirty="0" err="1"/>
              <a:t>complaints.Any</a:t>
            </a:r>
            <a:r>
              <a:rPr lang="en-IN" dirty="0"/>
              <a:t>() ? </a:t>
            </a:r>
            <a:r>
              <a:rPr lang="en-IN" dirty="0" err="1"/>
              <a:t>complaints.Max</a:t>
            </a:r>
            <a:r>
              <a:rPr lang="en-IN" dirty="0"/>
              <a:t>(c =&gt; </a:t>
            </a:r>
            <a:r>
              <a:rPr lang="en-IN" dirty="0" err="1"/>
              <a:t>c.Id</a:t>
            </a:r>
            <a:r>
              <a:rPr lang="en-IN" dirty="0"/>
              <a:t>) + 1 : 1;</a:t>
            </a:r>
          </a:p>
          <a:p>
            <a:pPr marL="36900" indent="0">
              <a:buNone/>
            </a:pPr>
            <a:r>
              <a:rPr lang="en-IN" dirty="0"/>
              <a:t>    </a:t>
            </a:r>
            <a:r>
              <a:rPr lang="en-IN" dirty="0" err="1"/>
              <a:t>complaints.Add</a:t>
            </a:r>
            <a:r>
              <a:rPr lang="en-IN" dirty="0"/>
              <a:t>(complaint);</a:t>
            </a:r>
          </a:p>
          <a:p>
            <a:pPr marL="36900" indent="0">
              <a:buNone/>
            </a:pPr>
            <a:r>
              <a:rPr lang="en-IN" dirty="0"/>
              <a:t>    </a:t>
            </a:r>
            <a:r>
              <a:rPr lang="en-IN" dirty="0" err="1"/>
              <a:t>File.WriteAllText</a:t>
            </a:r>
            <a:r>
              <a:rPr lang="en-IN" dirty="0"/>
              <a:t>(_</a:t>
            </a:r>
            <a:r>
              <a:rPr lang="en-IN" dirty="0" err="1"/>
              <a:t>complaintsFilePath</a:t>
            </a:r>
            <a:r>
              <a:rPr lang="en-IN" dirty="0"/>
              <a:t>, </a:t>
            </a:r>
            <a:r>
              <a:rPr lang="en-IN" dirty="0" err="1"/>
              <a:t>JsonConvert.SerializeObject</a:t>
            </a:r>
            <a:r>
              <a:rPr lang="en-IN" dirty="0"/>
              <a:t>(complaints, </a:t>
            </a:r>
            <a:r>
              <a:rPr lang="en-IN" dirty="0" err="1"/>
              <a:t>Formatting.Indented</a:t>
            </a:r>
            <a:r>
              <a:rPr lang="en-IN" dirty="0"/>
              <a:t>));</a:t>
            </a:r>
          </a:p>
          <a:p>
            <a:pPr marL="3690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9802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1FDC9-2E75-99DF-5719-13D6A5A6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Experience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81DB-BB17-49A6-E1D3-3CFDA13C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Animations</a:t>
            </a:r>
            <a:r>
              <a:rPr lang="en-IN" dirty="0"/>
              <a:t>: Fade-in for UI elements.</a:t>
            </a:r>
          </a:p>
          <a:p>
            <a:r>
              <a:rPr lang="en-US" b="1" dirty="0"/>
              <a:t>Hover Effects</a:t>
            </a:r>
            <a:r>
              <a:rPr lang="en-US" dirty="0"/>
              <a:t>: Scale and glow on buttons.</a:t>
            </a:r>
          </a:p>
          <a:p>
            <a:r>
              <a:rPr lang="en-US" b="1" dirty="0"/>
              <a:t>Dark Mode</a:t>
            </a:r>
            <a:r>
              <a:rPr lang="en-US" dirty="0"/>
              <a:t>: Toggle between light and dark themes.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144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8183-D723-E0E2-0ADF-1D50EECF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B6B3-4755-9D65-8E3A-E08662B8E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Developed a functional WPF application for complaint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Features: Authentication, JSON, sorting, animations, hover effects, dark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Future enhancements: Database integration, file attachments, notifications.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32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16F6-F874-D995-A06A-1D73AB9D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70" y="1356527"/>
            <a:ext cx="10353762" cy="1223805"/>
          </a:xfrm>
        </p:spPr>
        <p:txBody>
          <a:bodyPr/>
          <a:lstStyle/>
          <a:p>
            <a:r>
              <a:rPr lang="en-IN" dirty="0"/>
              <a:t>Project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7E0A-7170-82B8-E7CA-07AE2FC83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672862"/>
            <a:ext cx="10353762" cy="3118337"/>
          </a:xfrm>
        </p:spPr>
        <p:txBody>
          <a:bodyPr/>
          <a:lstStyle/>
          <a:p>
            <a:pPr marL="36900" indent="0" algn="r">
              <a:buNone/>
            </a:pPr>
            <a:r>
              <a:rPr lang="en-IN" dirty="0"/>
              <a:t>ESWAR SAI PALLAPOLU</a:t>
            </a:r>
          </a:p>
          <a:p>
            <a:pPr marL="36900" indent="0" algn="r">
              <a:buNone/>
            </a:pPr>
            <a:r>
              <a:rPr lang="en-IN" dirty="0"/>
              <a:t>700755700</a:t>
            </a:r>
          </a:p>
        </p:txBody>
      </p:sp>
    </p:spTree>
    <p:extLst>
      <p:ext uri="{BB962C8B-B14F-4D97-AF65-F5344CB8AC3E}">
        <p14:creationId xmlns:p14="http://schemas.microsoft.com/office/powerpoint/2010/main" val="490969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{3C5624F4-29C1-45B1-8ADB-138043CBAE3D}tf11665031_win32</Template>
  <TotalTime>36</TotalTime>
  <Words>726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Nova</vt:lpstr>
      <vt:lpstr>Arial Nova Light</vt:lpstr>
      <vt:lpstr>Calibri</vt:lpstr>
      <vt:lpstr>Times New Roman</vt:lpstr>
      <vt:lpstr>Wingdings 2</vt:lpstr>
      <vt:lpstr>SlateVTI</vt:lpstr>
      <vt:lpstr>STUDENT COMPLAINT MANAGEMENT</vt:lpstr>
      <vt:lpstr>Introduction</vt:lpstr>
      <vt:lpstr>Key Features</vt:lpstr>
      <vt:lpstr>Key Features</vt:lpstr>
      <vt:lpstr>MVVM Architecture Integration</vt:lpstr>
      <vt:lpstr>MVVM Architecture Integration</vt:lpstr>
      <vt:lpstr>Code Structure</vt:lpstr>
      <vt:lpstr>Authentication Logic</vt:lpstr>
      <vt:lpstr>Data Storage (JSON)</vt:lpstr>
      <vt:lpstr>User Experience Enhancements</vt:lpstr>
      <vt:lpstr>Conclusion</vt:lpstr>
      <vt:lpstr>Project 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Eswar sai kiran reddy Pallapolu</dc:creator>
  <cp:lastModifiedBy>Eswar sai kiran reddy Pallapolu</cp:lastModifiedBy>
  <cp:revision>3</cp:revision>
  <dcterms:created xsi:type="dcterms:W3CDTF">2025-04-29T20:09:58Z</dcterms:created>
  <dcterms:modified xsi:type="dcterms:W3CDTF">2025-04-29T20:46:13Z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